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Introduction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Main Content</a:t>
            </a:r>
          </a:p>
          <a:p>
            <a:r>
              <a:t>Bullet point one</a:t>
            </a:r>
          </a:p>
          <a:p>
            <a:r>
              <a:t>Bullet point two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Conclusion</a:t>
            </a:r>
          </a:p>
          <a:p>
            <a:r>
              <a:t>Thank you!</a:t>
            </a:r>
          </a:p>
        </p:txBody>
      </p:sp>
    </p:spTree>
  </p:cSld>
</p:sld>
</file>

<file path=docProps/app.xml><?xml version="1.0" encoding="utf-8"?>
<Properties xmlns="http://schemas.openxmlformats.org/officeDocument/2006/extended-properties">
  <Application>content-extractor test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Test Presentation</dc:title>
  <dc:creator>Slide Author</dc:creator>
  <dcterms:created xsi:type="dcterms:W3CDTF">2026-03-21T10:00:00Z</dcterms:created>
  <dcterms:modified xsi:type="dcterms:W3CDTF">2026-03-21T12:00:00Z</dcterms:modified>
</cp:coreProperties>
</file>