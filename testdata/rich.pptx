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Product Launch Strategy 2026</a:t>
            </a:r>
          </a:p>
          <a:p>
            <a:r>
              <a:t>Confidential - Internal Use Only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Market Analysis</a:t>
            </a:r>
          </a:p>
        </p:txBody>
      </p:sp>
      <p:sp>
        <p:txBody>
          <a:p>
            <a:r>
              <a:t>Total addressable market estimated at $12 billion</a:t>
            </a:r>
          </a:p>
          <a:p>
            <a:r>
              <a:t>Primary competitors hold 45% market share</a:t>
            </a:r>
          </a:p>
          <a:p>
            <a:r>
              <a:t>Growth opportunity in emerging markets of Southeast Asia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Next Steps and Timeline</a:t>
            </a:r>
          </a:p>
        </p:txBody>
      </p:sp>
      <p:sp>
        <p:txBody>
          <a:p>
            <a:r>
              <a:t>Phase 1: Beta launch in Q1 2026</a:t>
            </a:r>
          </a:p>
          <a:p>
            <a:r>
              <a:t>Phase 2: General availability in Q2 2026</a:t>
            </a:r>
          </a:p>
          <a:p>
            <a:r>
              <a:t>Phase 3: International expansion in Q3 2026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Product Launch Strategy</dc:title>
  <dc:creator>Strategy Team</dc:creator>
</cp:coreProperties>
</file>