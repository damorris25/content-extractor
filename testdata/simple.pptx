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Welcome to the Presentation</a:t>
            </a:r>
          </a:p>
          <a:p>
            <a:r>
              <a:t>By Test Author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content-extractor test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Presentation</dc:title>
  <dc:creator>Slide Author</dc:creator>
  <dcterms:created xsi:type="dcterms:W3CDTF">2026-03-21T10:00:00Z</dcterms:created>
  <dcterms:modified xsi:type="dcterms:W3CDTF">2026-03-21T12:00:00Z</dcterms:modified>
</cp:coreProperties>
</file>